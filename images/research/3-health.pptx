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04" r:id="rId2"/>
  </p:sldIdLst>
  <p:sldSz cx="3779838" cy="3419475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8" userDrawn="1">
          <p15:clr>
            <a:srgbClr val="A4A3A4"/>
          </p15:clr>
        </p15:guide>
        <p15:guide id="2" pos="11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F8490-ABC2-421A-8D66-A51857AC9A11}" v="3" dt="2026-09-28T15:09:16.868"/>
  </p1510:revLst>
</p1510:revInfo>
</file>

<file path=ppt/tableStyles.xml><?xml version="1.0" encoding="utf-8"?>
<a:tblStyleLst xmlns:a="http://schemas.openxmlformats.org/drawingml/2006/main" def="{E3E5FCCD-208F-4228-B247-7D73B8D6F483}">
  <a:tblStyle styleId="{E3E5FCCD-208F-4228-B247-7D73B8D6F4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02" autoAdjust="0"/>
    <p:restoredTop sz="96283" autoAdjust="0"/>
  </p:normalViewPr>
  <p:slideViewPr>
    <p:cSldViewPr snapToGrid="0">
      <p:cViewPr>
        <p:scale>
          <a:sx n="200" d="100"/>
          <a:sy n="200" d="100"/>
        </p:scale>
        <p:origin x="3720" y="727"/>
      </p:cViewPr>
      <p:guideLst>
        <p:guide orient="horz" pos="1078"/>
        <p:guide pos="11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Busch" userId="3ac1a0a7546bc0ed" providerId="LiveId" clId="{9B9065D7-5143-4E70-8180-D77C0881499D}"/>
    <pc:docChg chg="undo custSel modSld">
      <pc:chgData name="Pablo Busch" userId="3ac1a0a7546bc0ed" providerId="LiveId" clId="{9B9065D7-5143-4E70-8180-D77C0881499D}" dt="2026-09-28T15:10:07.579" v="17" actId="1076"/>
      <pc:docMkLst>
        <pc:docMk/>
      </pc:docMkLst>
      <pc:sldChg chg="delSp modSp mod">
        <pc:chgData name="Pablo Busch" userId="3ac1a0a7546bc0ed" providerId="LiveId" clId="{9B9065D7-5143-4E70-8180-D77C0881499D}" dt="2026-09-28T15:10:07.579" v="17" actId="1076"/>
        <pc:sldMkLst>
          <pc:docMk/>
          <pc:sldMk cId="2429776932" sldId="304"/>
        </pc:sldMkLst>
        <pc:spChg chg="mod">
          <ac:chgData name="Pablo Busch" userId="3ac1a0a7546bc0ed" providerId="LiveId" clId="{9B9065D7-5143-4E70-8180-D77C0881499D}" dt="2026-09-28T15:10:07.579" v="17" actId="1076"/>
          <ac:spMkLst>
            <pc:docMk/>
            <pc:sldMk cId="2429776932" sldId="304"/>
            <ac:spMk id="9" creationId="{9E0D455A-AA0A-4E75-E08A-FD8B287CF06D}"/>
          </ac:spMkLst>
        </pc:spChg>
        <pc:spChg chg="mod">
          <ac:chgData name="Pablo Busch" userId="3ac1a0a7546bc0ed" providerId="LiveId" clId="{9B9065D7-5143-4E70-8180-D77C0881499D}" dt="2026-09-28T15:10:07.579" v="17" actId="1076"/>
          <ac:spMkLst>
            <pc:docMk/>
            <pc:sldMk cId="2429776932" sldId="304"/>
            <ac:spMk id="10" creationId="{EA2F52CB-31F9-854F-9D14-19741B6A2558}"/>
          </ac:spMkLst>
        </pc:spChg>
        <pc:spChg chg="del mod">
          <ac:chgData name="Pablo Busch" userId="3ac1a0a7546bc0ed" providerId="LiveId" clId="{9B9065D7-5143-4E70-8180-D77C0881499D}" dt="2026-09-28T15:09:06.424" v="9" actId="478"/>
          <ac:spMkLst>
            <pc:docMk/>
            <pc:sldMk cId="2429776932" sldId="304"/>
            <ac:spMk id="109" creationId="{0F5B6AB6-CDC3-E21F-8021-A42C84445628}"/>
          </ac:spMkLst>
        </pc:spChg>
        <pc:spChg chg="del">
          <ac:chgData name="Pablo Busch" userId="3ac1a0a7546bc0ed" providerId="LiveId" clId="{9B9065D7-5143-4E70-8180-D77C0881499D}" dt="2026-09-28T15:08:15.412" v="6" actId="478"/>
          <ac:spMkLst>
            <pc:docMk/>
            <pc:sldMk cId="2429776932" sldId="304"/>
            <ac:spMk id="110" creationId="{07070247-217E-A913-58DB-2AFEE1F99278}"/>
          </ac:spMkLst>
        </pc:spChg>
        <pc:spChg chg="del">
          <ac:chgData name="Pablo Busch" userId="3ac1a0a7546bc0ed" providerId="LiveId" clId="{9B9065D7-5143-4E70-8180-D77C0881499D}" dt="2026-09-28T15:08:10.981" v="4" actId="478"/>
          <ac:spMkLst>
            <pc:docMk/>
            <pc:sldMk cId="2429776932" sldId="304"/>
            <ac:spMk id="111" creationId="{2F9BBC7F-76D9-A376-9694-8D7A405654ED}"/>
          </ac:spMkLst>
        </pc:spChg>
        <pc:spChg chg="del">
          <ac:chgData name="Pablo Busch" userId="3ac1a0a7546bc0ed" providerId="LiveId" clId="{9B9065D7-5143-4E70-8180-D77C0881499D}" dt="2026-09-28T15:08:13.299" v="5" actId="478"/>
          <ac:spMkLst>
            <pc:docMk/>
            <pc:sldMk cId="2429776932" sldId="304"/>
            <ac:spMk id="112" creationId="{75C134D8-A67B-4F54-D574-A76C9DA36963}"/>
          </ac:spMkLst>
        </pc:spChg>
        <pc:spChg chg="del">
          <ac:chgData name="Pablo Busch" userId="3ac1a0a7546bc0ed" providerId="LiveId" clId="{9B9065D7-5143-4E70-8180-D77C0881499D}" dt="2026-09-28T15:08:10.981" v="4" actId="478"/>
          <ac:spMkLst>
            <pc:docMk/>
            <pc:sldMk cId="2429776932" sldId="304"/>
            <ac:spMk id="113" creationId="{37FF4559-99F7-5CD9-B8A3-EF5C06FFD4D5}"/>
          </ac:spMkLst>
        </pc:spChg>
        <pc:grpChg chg="mod">
          <ac:chgData name="Pablo Busch" userId="3ac1a0a7546bc0ed" providerId="LiveId" clId="{9B9065D7-5143-4E70-8180-D77C0881499D}" dt="2026-09-28T15:08:43.959" v="8" actId="1076"/>
          <ac:grpSpMkLst>
            <pc:docMk/>
            <pc:sldMk cId="2429776932" sldId="304"/>
            <ac:grpSpMk id="57" creationId="{94DB098C-15A9-B299-0931-DDB2C54F1358}"/>
          </ac:grpSpMkLst>
        </pc:grpChg>
        <pc:picChg chg="del mod">
          <ac:chgData name="Pablo Busch" userId="3ac1a0a7546bc0ed" providerId="LiveId" clId="{9B9065D7-5143-4E70-8180-D77C0881499D}" dt="2026-09-28T15:08:07.841" v="1" actId="478"/>
          <ac:picMkLst>
            <pc:docMk/>
            <pc:sldMk cId="2429776932" sldId="304"/>
            <ac:picMk id="3" creationId="{D3C9DA99-E251-D690-D7A1-5A7906D422E3}"/>
          </ac:picMkLst>
        </pc:picChg>
        <pc:picChg chg="mod">
          <ac:chgData name="Pablo Busch" userId="3ac1a0a7546bc0ed" providerId="LiveId" clId="{9B9065D7-5143-4E70-8180-D77C0881499D}" dt="2026-09-28T15:09:46.651" v="14" actId="1076"/>
          <ac:picMkLst>
            <pc:docMk/>
            <pc:sldMk cId="2429776932" sldId="304"/>
            <ac:picMk id="4" creationId="{40B81D9B-F55F-A0D0-48CB-D74016773073}"/>
          </ac:picMkLst>
        </pc:picChg>
        <pc:picChg chg="mod">
          <ac:chgData name="Pablo Busch" userId="3ac1a0a7546bc0ed" providerId="LiveId" clId="{9B9065D7-5143-4E70-8180-D77C0881499D}" dt="2026-09-28T15:10:07.579" v="17" actId="1076"/>
          <ac:picMkLst>
            <pc:docMk/>
            <pc:sldMk cId="2429776932" sldId="304"/>
            <ac:picMk id="6" creationId="{2B6EFA28-BD64-9FE4-ABCA-EC55DC06A861}"/>
          </ac:picMkLst>
        </pc:picChg>
        <pc:picChg chg="mod">
          <ac:chgData name="Pablo Busch" userId="3ac1a0a7546bc0ed" providerId="LiveId" clId="{9B9065D7-5143-4E70-8180-D77C0881499D}" dt="2026-09-28T15:09:46.651" v="14" actId="1076"/>
          <ac:picMkLst>
            <pc:docMk/>
            <pc:sldMk cId="2429776932" sldId="304"/>
            <ac:picMk id="7" creationId="{51E439C7-0870-A3A2-2147-DE18D910E33D}"/>
          </ac:picMkLst>
        </pc:picChg>
        <pc:picChg chg="del">
          <ac:chgData name="Pablo Busch" userId="3ac1a0a7546bc0ed" providerId="LiveId" clId="{9B9065D7-5143-4E70-8180-D77C0881499D}" dt="2026-09-28T15:08:08.474" v="2" actId="478"/>
          <ac:picMkLst>
            <pc:docMk/>
            <pc:sldMk cId="2429776932" sldId="304"/>
            <ac:picMk id="12" creationId="{30CE7B7A-4B32-AD11-4809-BCCC1A696608}"/>
          </ac:picMkLst>
        </pc:picChg>
        <pc:picChg chg="del mod">
          <ac:chgData name="Pablo Busch" userId="3ac1a0a7546bc0ed" providerId="LiveId" clId="{9B9065D7-5143-4E70-8180-D77C0881499D}" dt="2026-09-28T15:08:07.841" v="1" actId="478"/>
          <ac:picMkLst>
            <pc:docMk/>
            <pc:sldMk cId="2429776932" sldId="304"/>
            <ac:picMk id="23" creationId="{A0021B0E-569E-721E-1534-C833A098B1FB}"/>
          </ac:picMkLst>
        </pc:picChg>
        <pc:picChg chg="del">
          <ac:chgData name="Pablo Busch" userId="3ac1a0a7546bc0ed" providerId="LiveId" clId="{9B9065D7-5143-4E70-8180-D77C0881499D}" dt="2026-09-28T15:08:09.083" v="3" actId="478"/>
          <ac:picMkLst>
            <pc:docMk/>
            <pc:sldMk cId="2429776932" sldId="304"/>
            <ac:picMk id="29" creationId="{0F07FBEB-9822-D8D5-5387-5DA3CAB42283}"/>
          </ac:picMkLst>
        </pc:picChg>
        <pc:cxnChg chg="mod">
          <ac:chgData name="Pablo Busch" userId="3ac1a0a7546bc0ed" providerId="LiveId" clId="{9B9065D7-5143-4E70-8180-D77C0881499D}" dt="2026-09-28T15:08:43.959" v="8" actId="1076"/>
          <ac:cxnSpMkLst>
            <pc:docMk/>
            <pc:sldMk cId="2429776932" sldId="304"/>
            <ac:cxnSpMk id="15" creationId="{1683A053-6959-B84E-77C8-004ABAD352B7}"/>
          </ac:cxnSpMkLst>
        </pc:cxnChg>
        <pc:cxnChg chg="mod">
          <ac:chgData name="Pablo Busch" userId="3ac1a0a7546bc0ed" providerId="LiveId" clId="{9B9065D7-5143-4E70-8180-D77C0881499D}" dt="2026-09-28T15:08:43.959" v="8" actId="1076"/>
          <ac:cxnSpMkLst>
            <pc:docMk/>
            <pc:sldMk cId="2429776932" sldId="304"/>
            <ac:cxnSpMk id="25" creationId="{C1AE3B1D-B19D-CE23-9500-D1B2805AAA83}"/>
          </ac:cxnSpMkLst>
        </pc:cxnChg>
        <pc:cxnChg chg="mod">
          <ac:chgData name="Pablo Busch" userId="3ac1a0a7546bc0ed" providerId="LiveId" clId="{9B9065D7-5143-4E70-8180-D77C0881499D}" dt="2026-09-28T15:08:43.959" v="8" actId="1076"/>
          <ac:cxnSpMkLst>
            <pc:docMk/>
            <pc:sldMk cId="2429776932" sldId="304"/>
            <ac:cxnSpMk id="37" creationId="{06039F63-D0F5-67F2-99DA-DFC6B6B403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66875" y="720725"/>
            <a:ext cx="398145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8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28848" y="295859"/>
            <a:ext cx="3522145" cy="3807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28848" y="766186"/>
            <a:ext cx="3522145" cy="2271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510590" lvl="0" indent="-38294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21181" lvl="1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531772" lvl="2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042362" lvl="3" indent="-3545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552953" lvl="4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063543" lvl="5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574134" lvl="6" indent="-3545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084725" lvl="7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595315" lvl="8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28847" y="369371"/>
            <a:ext cx="1160738" cy="5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68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28847" y="923827"/>
            <a:ext cx="1160738" cy="2113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510590" lvl="0" indent="-3403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41"/>
            </a:lvl1pPr>
            <a:lvl2pPr marL="1021181" lvl="1" indent="-3403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41"/>
            </a:lvl2pPr>
            <a:lvl3pPr marL="1531772" lvl="2" indent="-3403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41"/>
            </a:lvl3pPr>
            <a:lvl4pPr marL="2042362" lvl="3" indent="-3403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41"/>
            </a:lvl4pPr>
            <a:lvl5pPr marL="2552953" lvl="4" indent="-3403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41"/>
            </a:lvl5pPr>
            <a:lvl6pPr marL="3063543" lvl="5" indent="-3403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41"/>
            </a:lvl6pPr>
            <a:lvl7pPr marL="3574134" lvl="6" indent="-3403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41"/>
            </a:lvl7pPr>
            <a:lvl8pPr marL="4084725" lvl="7" indent="-3403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41"/>
            </a:lvl8pPr>
            <a:lvl9pPr marL="4595315" lvl="8" indent="-3403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41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02654" y="299266"/>
            <a:ext cx="2632245" cy="2719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536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89921" y="-83"/>
            <a:ext cx="1889919" cy="34194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103" tIns="102103" rIns="102103" bIns="10210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29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09750" y="819833"/>
            <a:ext cx="1672157" cy="9854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9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09750" y="1863529"/>
            <a:ext cx="1672157" cy="821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4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041833" y="481376"/>
            <a:ext cx="1586094" cy="24565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510590" lvl="0" indent="-38294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21181" lvl="1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531772" lvl="2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042362" lvl="3" indent="-3545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552953" lvl="4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063543" lvl="5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574134" lvl="6" indent="-3545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084725" lvl="7" indent="-3545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595315" lvl="8" indent="-3545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28849" y="2812549"/>
            <a:ext cx="2479712" cy="4022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510590" lvl="0" indent="-25529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848" y="735370"/>
            <a:ext cx="3522145" cy="1305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40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28848" y="2095649"/>
            <a:ext cx="3522145" cy="86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510590" lvl="0" indent="-382943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21181" lvl="1" indent="-3545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531772" lvl="2" indent="-3545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042362" lvl="3" indent="-3545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552953" lvl="4" indent="-3545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063543" lvl="5" indent="-3545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574134" lvl="6" indent="-3545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084725" lvl="7" indent="-3545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595315" lvl="8" indent="-3545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8848" y="295859"/>
            <a:ext cx="3522145" cy="380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8848" y="766186"/>
            <a:ext cx="3522145" cy="227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502245" y="3100178"/>
            <a:ext cx="226814" cy="26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117">
                <a:solidFill>
                  <a:schemeClr val="dk2"/>
                </a:solidFill>
              </a:defRPr>
            </a:lvl1pPr>
            <a:lvl2pPr lvl="1" algn="r">
              <a:buNone/>
              <a:defRPr sz="1117">
                <a:solidFill>
                  <a:schemeClr val="dk2"/>
                </a:solidFill>
              </a:defRPr>
            </a:lvl2pPr>
            <a:lvl3pPr lvl="2" algn="r">
              <a:buNone/>
              <a:defRPr sz="1117">
                <a:solidFill>
                  <a:schemeClr val="dk2"/>
                </a:solidFill>
              </a:defRPr>
            </a:lvl3pPr>
            <a:lvl4pPr lvl="3" algn="r">
              <a:buNone/>
              <a:defRPr sz="1117">
                <a:solidFill>
                  <a:schemeClr val="dk2"/>
                </a:solidFill>
              </a:defRPr>
            </a:lvl4pPr>
            <a:lvl5pPr lvl="4" algn="r">
              <a:buNone/>
              <a:defRPr sz="1117">
                <a:solidFill>
                  <a:schemeClr val="dk2"/>
                </a:solidFill>
              </a:defRPr>
            </a:lvl5pPr>
            <a:lvl6pPr lvl="5" algn="r">
              <a:buNone/>
              <a:defRPr sz="1117">
                <a:solidFill>
                  <a:schemeClr val="dk2"/>
                </a:solidFill>
              </a:defRPr>
            </a:lvl6pPr>
            <a:lvl7pPr lvl="6" algn="r">
              <a:buNone/>
              <a:defRPr sz="1117">
                <a:solidFill>
                  <a:schemeClr val="dk2"/>
                </a:solidFill>
              </a:defRPr>
            </a:lvl7pPr>
            <a:lvl8pPr lvl="7" algn="r">
              <a:buNone/>
              <a:defRPr sz="1117">
                <a:solidFill>
                  <a:schemeClr val="dk2"/>
                </a:solidFill>
              </a:defRPr>
            </a:lvl8pPr>
            <a:lvl9pPr lvl="8" algn="r">
              <a:buNone/>
              <a:defRPr sz="1117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6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showing the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40B81D9B-F55F-A0D0-48CB-D7401677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7" y="148997"/>
            <a:ext cx="3062865" cy="3062865"/>
          </a:xfrm>
          <a:prstGeom prst="rect">
            <a:avLst/>
          </a:prstGeom>
        </p:spPr>
      </p:pic>
      <p:pic>
        <p:nvPicPr>
          <p:cNvPr id="7" name="Picture 6" descr="A map of chile with red and white colors&#10;&#10;Description automatically generated">
            <a:extLst>
              <a:ext uri="{FF2B5EF4-FFF2-40B4-BE49-F238E27FC236}">
                <a16:creationId xmlns:a16="http://schemas.microsoft.com/office/drawing/2014/main" id="{51E439C7-0870-A3A2-2147-DE18D910E3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08" t="3832" r="43103" b="4981"/>
          <a:stretch/>
        </p:blipFill>
        <p:spPr>
          <a:xfrm>
            <a:off x="-19005" y="-39699"/>
            <a:ext cx="852358" cy="338102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066D46-2846-B3EA-A743-99EE60EB73BD}"/>
              </a:ext>
            </a:extLst>
          </p:cNvPr>
          <p:cNvCxnSpPr>
            <a:cxnSpLocks/>
          </p:cNvCxnSpPr>
          <p:nvPr/>
        </p:nvCxnSpPr>
        <p:spPr>
          <a:xfrm>
            <a:off x="816532" y="541411"/>
            <a:ext cx="164326" cy="961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A6F844-E5A8-A24B-EED5-FC66EF00517D}"/>
              </a:ext>
            </a:extLst>
          </p:cNvPr>
          <p:cNvCxnSpPr>
            <a:cxnSpLocks/>
          </p:cNvCxnSpPr>
          <p:nvPr/>
        </p:nvCxnSpPr>
        <p:spPr>
          <a:xfrm flipV="1">
            <a:off x="706935" y="804792"/>
            <a:ext cx="233457" cy="5085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83A053-6959-B84E-77C8-004ABAD352B7}"/>
              </a:ext>
            </a:extLst>
          </p:cNvPr>
          <p:cNvCxnSpPr>
            <a:cxnSpLocks/>
          </p:cNvCxnSpPr>
          <p:nvPr/>
        </p:nvCxnSpPr>
        <p:spPr>
          <a:xfrm flipV="1">
            <a:off x="519828" y="979661"/>
            <a:ext cx="413161" cy="19535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798674-2125-D91D-FD55-C04F91B4DD46}"/>
              </a:ext>
            </a:extLst>
          </p:cNvPr>
          <p:cNvCxnSpPr>
            <a:cxnSpLocks/>
          </p:cNvCxnSpPr>
          <p:nvPr/>
        </p:nvCxnSpPr>
        <p:spPr>
          <a:xfrm flipV="1">
            <a:off x="550899" y="1138975"/>
            <a:ext cx="398857" cy="196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6032EF-632B-EE15-8DDB-770825EAC13E}"/>
              </a:ext>
            </a:extLst>
          </p:cNvPr>
          <p:cNvCxnSpPr>
            <a:cxnSpLocks/>
          </p:cNvCxnSpPr>
          <p:nvPr/>
        </p:nvCxnSpPr>
        <p:spPr>
          <a:xfrm flipV="1">
            <a:off x="550899" y="1314298"/>
            <a:ext cx="398857" cy="1158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581331-CA0F-5E1F-15CC-FCBBAE7D4BA8}"/>
              </a:ext>
            </a:extLst>
          </p:cNvPr>
          <p:cNvCxnSpPr>
            <a:cxnSpLocks/>
          </p:cNvCxnSpPr>
          <p:nvPr/>
        </p:nvCxnSpPr>
        <p:spPr>
          <a:xfrm flipV="1">
            <a:off x="519828" y="1474678"/>
            <a:ext cx="413161" cy="494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A086D3-2B8E-33D9-F177-79862143A369}"/>
              </a:ext>
            </a:extLst>
          </p:cNvPr>
          <p:cNvCxnSpPr>
            <a:cxnSpLocks/>
          </p:cNvCxnSpPr>
          <p:nvPr/>
        </p:nvCxnSpPr>
        <p:spPr>
          <a:xfrm>
            <a:off x="519828" y="1622530"/>
            <a:ext cx="391887" cy="39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F1024-C0ED-C454-106C-F99D2F4642B1}"/>
              </a:ext>
            </a:extLst>
          </p:cNvPr>
          <p:cNvCxnSpPr>
            <a:cxnSpLocks/>
          </p:cNvCxnSpPr>
          <p:nvPr/>
        </p:nvCxnSpPr>
        <p:spPr>
          <a:xfrm>
            <a:off x="447051" y="1735529"/>
            <a:ext cx="423342" cy="8271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9596EAD-E1EB-F235-8017-BB30D5E64BFD}"/>
              </a:ext>
            </a:extLst>
          </p:cNvPr>
          <p:cNvCxnSpPr>
            <a:cxnSpLocks/>
          </p:cNvCxnSpPr>
          <p:nvPr/>
        </p:nvCxnSpPr>
        <p:spPr>
          <a:xfrm>
            <a:off x="447051" y="1801377"/>
            <a:ext cx="464665" cy="1836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ECBB0E5-C9F5-1C8E-E5E1-831DBFEA5CD4}"/>
              </a:ext>
            </a:extLst>
          </p:cNvPr>
          <p:cNvCxnSpPr>
            <a:cxnSpLocks/>
          </p:cNvCxnSpPr>
          <p:nvPr/>
        </p:nvCxnSpPr>
        <p:spPr>
          <a:xfrm>
            <a:off x="387574" y="2664774"/>
            <a:ext cx="5537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AE3B1D-B19D-CE23-9500-D1B2805AAA83}"/>
              </a:ext>
            </a:extLst>
          </p:cNvPr>
          <p:cNvCxnSpPr>
            <a:cxnSpLocks/>
          </p:cNvCxnSpPr>
          <p:nvPr/>
        </p:nvCxnSpPr>
        <p:spPr>
          <a:xfrm flipV="1">
            <a:off x="600569" y="2878839"/>
            <a:ext cx="311146" cy="1781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C63482-7548-047F-3FEA-A3F0C3151829}"/>
              </a:ext>
            </a:extLst>
          </p:cNvPr>
          <p:cNvCxnSpPr>
            <a:cxnSpLocks/>
          </p:cNvCxnSpPr>
          <p:nvPr/>
        </p:nvCxnSpPr>
        <p:spPr>
          <a:xfrm>
            <a:off x="441926" y="1909237"/>
            <a:ext cx="469788" cy="2115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D1331B5-14B2-067B-3608-C4B41FE07FC7}"/>
              </a:ext>
            </a:extLst>
          </p:cNvPr>
          <p:cNvCxnSpPr>
            <a:cxnSpLocks/>
          </p:cNvCxnSpPr>
          <p:nvPr/>
        </p:nvCxnSpPr>
        <p:spPr>
          <a:xfrm>
            <a:off x="404331" y="2018427"/>
            <a:ext cx="466061" cy="2734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6039F63-D0F5-67F2-99DA-DFC6B6B4036D}"/>
              </a:ext>
            </a:extLst>
          </p:cNvPr>
          <p:cNvCxnSpPr>
            <a:cxnSpLocks/>
          </p:cNvCxnSpPr>
          <p:nvPr/>
        </p:nvCxnSpPr>
        <p:spPr>
          <a:xfrm>
            <a:off x="626000" y="73385"/>
            <a:ext cx="291186" cy="222769"/>
          </a:xfrm>
          <a:prstGeom prst="bentConnector3">
            <a:avLst>
              <a:gd name="adj1" fmla="val 3904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4DB098C-15A9-B299-0931-DDB2C54F1358}"/>
              </a:ext>
            </a:extLst>
          </p:cNvPr>
          <p:cNvGrpSpPr/>
          <p:nvPr/>
        </p:nvGrpSpPr>
        <p:grpSpPr>
          <a:xfrm>
            <a:off x="665323" y="231759"/>
            <a:ext cx="329068" cy="216112"/>
            <a:chOff x="516336" y="234207"/>
            <a:chExt cx="302109" cy="218291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EDD269A-71E8-5F8D-37A5-B188593F0250}"/>
                </a:ext>
              </a:extLst>
            </p:cNvPr>
            <p:cNvCxnSpPr>
              <a:cxnSpLocks/>
            </p:cNvCxnSpPr>
            <p:nvPr/>
          </p:nvCxnSpPr>
          <p:spPr>
            <a:xfrm>
              <a:off x="516336" y="234207"/>
              <a:ext cx="97564" cy="18015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EAC5F97-45F5-D9A2-C4B7-A3F5C0BDB479}"/>
                </a:ext>
              </a:extLst>
            </p:cNvPr>
            <p:cNvCxnSpPr>
              <a:cxnSpLocks/>
            </p:cNvCxnSpPr>
            <p:nvPr/>
          </p:nvCxnSpPr>
          <p:spPr>
            <a:xfrm>
              <a:off x="613900" y="413605"/>
              <a:ext cx="204545" cy="388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0D455A-AA0A-4E75-E08A-FD8B287CF06D}"/>
              </a:ext>
            </a:extLst>
          </p:cNvPr>
          <p:cNvSpPr/>
          <p:nvPr/>
        </p:nvSpPr>
        <p:spPr>
          <a:xfrm>
            <a:off x="18053" y="81225"/>
            <a:ext cx="404815" cy="71258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2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F52CB-31F9-854F-9D14-19741B6A2558}"/>
              </a:ext>
            </a:extLst>
          </p:cNvPr>
          <p:cNvSpPr txBox="1"/>
          <p:nvPr/>
        </p:nvSpPr>
        <p:spPr>
          <a:xfrm>
            <a:off x="-38389" y="50984"/>
            <a:ext cx="553357" cy="229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7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r>
              <a:rPr lang="en-US" sz="447" dirty="0">
                <a:latin typeface="Arial" panose="020B0604020202020204" pitchFamily="34" charset="0"/>
                <a:cs typeface="Arial" panose="020B0604020202020204" pitchFamily="34" charset="0"/>
              </a:rPr>
              <a:t>PM</a:t>
            </a:r>
            <a:r>
              <a:rPr lang="en-US" sz="558" baseline="-25000" dirty="0"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  <a:r>
              <a:rPr lang="en-US" sz="447" dirty="0">
                <a:latin typeface="Arial" panose="020B0604020202020204" pitchFamily="34" charset="0"/>
                <a:cs typeface="Arial" panose="020B0604020202020204" pitchFamily="34" charset="0"/>
              </a:rPr>
              <a:t> [µg/m</a:t>
            </a:r>
            <a:r>
              <a:rPr lang="en-US" sz="447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47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0F10D-E958-A85E-3ADE-75986D4FE0B7}"/>
              </a:ext>
            </a:extLst>
          </p:cNvPr>
          <p:cNvCxnSpPr>
            <a:cxnSpLocks/>
          </p:cNvCxnSpPr>
          <p:nvPr/>
        </p:nvCxnSpPr>
        <p:spPr>
          <a:xfrm>
            <a:off x="363397" y="2231979"/>
            <a:ext cx="569592" cy="2582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 descr="A map of chile with red squares&#10;&#10;Description automatically generated">
            <a:extLst>
              <a:ext uri="{FF2B5EF4-FFF2-40B4-BE49-F238E27FC236}">
                <a16:creationId xmlns:a16="http://schemas.microsoft.com/office/drawing/2014/main" id="{2B6EFA28-BD64-9FE4-ABCA-EC55DC06A8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688" t="44933" r="32712" b="42001"/>
          <a:stretch/>
        </p:blipFill>
        <p:spPr>
          <a:xfrm>
            <a:off x="37563" y="249950"/>
            <a:ext cx="226202" cy="52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769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7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PM2.5 satellite measurement and elderly mortality:  A case study from Chile</dc:title>
  <dc:creator>Pablo</dc:creator>
  <cp:lastModifiedBy>Pablo Busch</cp:lastModifiedBy>
  <cp:revision>383</cp:revision>
  <dcterms:modified xsi:type="dcterms:W3CDTF">2026-09-28T15:10:47Z</dcterms:modified>
</cp:coreProperties>
</file>